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06FA2-BDB6-646E-1BFF-B43FC9F19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06E573-2E3E-5042-8129-8B65C895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ED982C-FBC7-BBB8-B745-499D33BA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428D0D-6DAB-5727-BDB6-C6E17D1C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AFEE3-0C4B-FA26-8BAB-D8ECE6F6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815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858E0-F170-475A-E532-16FF32DF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C81617-2552-A312-9D36-D5BF8B994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E0BA8A-8F1E-79D7-417F-85F26F5E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B6917-DFDE-B705-AFBE-6A34EEE3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909688-09E0-2A4E-6E6F-451FCD91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51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140D8-3E1E-09D5-8FB9-6E98232E5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4B2266-C127-711B-474F-56C819877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24B906-253D-3677-E7E8-40E1B532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9541F-A890-1EBF-0166-B73989BA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306321-A81F-8457-23A4-D6E0538A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37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108ACD-11C4-1F19-24B4-51B8C8296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62F414-1036-D95F-D8EB-D9FED884AA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18C1DE-E7BF-0289-38FE-5E2A1AAA9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0E784C-F1F2-6D33-9128-C647B9EC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978C0D-D566-2996-983D-7CBF69F4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7C047-7467-7ADA-B8F9-17815D45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96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FCB9C-7C5D-DD4D-17DD-51461AE85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14FAB2-EA75-E4E9-CD64-A582A8A1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D06B9A-4DB2-FF01-83D0-7EFFC7F46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55D91F-B1CE-BF03-9660-3AC1A5760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1A10B4-3777-2C76-EEA9-5B74DD117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1258A8-3418-70C2-6291-88127EE2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3A5B56-B7A2-7A02-ABE4-02C81E1F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7849C2-9880-C474-BB30-547989F7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4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0D3CA-A49A-6166-9F87-AE74AB5E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22260A-217E-4EEF-A631-2DEDD746F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6896AE-AFE4-38BC-EB6F-B56365A3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ACDC83-75A1-E62F-3360-46500F80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20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B7A1BC-199B-8A4D-2029-FF016EBF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CD86C2-8CEF-312A-CB67-49DDC5C82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FD12ED-619B-6BEB-BD29-0F7185C0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949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88A57-FF77-E94D-F5EF-E1A673C6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76D9DA-C99F-0C53-8D3D-B1DA237FC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887E51-A97D-7CA7-8785-A56660DA2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A98C91-8E01-9715-4832-A1A76715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CCA09-B03A-3F1B-26BC-A01DE481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5202BA-5D67-1F12-5CAE-B301E67E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30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3D265-C6FD-CB11-D0DC-95B8754E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9304B4-5D1E-B89B-9A74-CAAC9821B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043E5D-2E07-549E-1459-553C2D83C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5AD98D-DC5F-96AA-80CC-191F7234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FE4AD4-F78C-1661-5B0F-3FA49DFD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8FB74-FD83-5B99-9BC6-FDFEFA96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41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0F17B-902B-B5D4-594C-BE99673C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6EDE59-405A-21CE-85E4-B2CCD4C6B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FACFDD-F247-65DE-BDB2-5E439043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F1743A-4325-5B2E-F7EF-D5502341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078CE0-2085-C067-2DBB-84F1A061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89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DFDF9A-02C5-D890-91AD-9F2908409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8CC9F2-58E8-D6CA-6768-70D2D8EA9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B845C-C1DE-6ECE-15AA-C061EE3D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A4CD3-4602-D234-B76B-567C635B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F11677-EF75-9532-8CE6-178E832D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17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237353-25DD-6C4D-C63A-E75FA94E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AAEB6A-AD9D-6773-EE19-F63E37193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2F0318-13D8-9D77-E8F6-F114F794D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B5259-62FB-491A-95CA-A91D4D2B5CDF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CE5B80-E069-A85A-3AFE-501EF0A77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10240-3D8F-10E0-CA7E-739702DB0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8AEDC-7676-475B-8B7A-2D903BB71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38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c.ustc.edu.cn/Digital-Pro/lab0/Bug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A3D19BA-C96E-562D-FA62-64FC4846BE82}"/>
              </a:ext>
            </a:extLst>
          </p:cNvPr>
          <p:cNvSpPr txBox="1"/>
          <p:nvPr/>
        </p:nvSpPr>
        <p:spPr>
          <a:xfrm>
            <a:off x="0" y="41295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创建一个新项目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4C0671-9C8C-AB2F-F974-50BBEB56D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31" y="790513"/>
            <a:ext cx="10632364" cy="48981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C7BDF35-82C2-7E02-4977-1907A7D12F25}"/>
              </a:ext>
            </a:extLst>
          </p:cNvPr>
          <p:cNvSpPr txBox="1"/>
          <p:nvPr/>
        </p:nvSpPr>
        <p:spPr>
          <a:xfrm>
            <a:off x="4937760" y="5688710"/>
            <a:ext cx="2787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打开</a:t>
            </a:r>
            <a:r>
              <a:rPr lang="en-US" altLang="zh-CN" sz="1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Vivado</a:t>
            </a:r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点击</a:t>
            </a:r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Create Project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29AA8CAC-E37B-5077-108F-EDAF76F4617B}"/>
              </a:ext>
            </a:extLst>
          </p:cNvPr>
          <p:cNvSpPr/>
          <p:nvPr/>
        </p:nvSpPr>
        <p:spPr>
          <a:xfrm rot="4697853">
            <a:off x="2420838" y="1388772"/>
            <a:ext cx="401157" cy="17747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08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4D10B-8FD4-830A-36BC-A823BA190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5983B3-FAC1-7605-168C-279218EEED09}"/>
              </a:ext>
            </a:extLst>
          </p:cNvPr>
          <p:cNvSpPr txBox="1"/>
          <p:nvPr/>
        </p:nvSpPr>
        <p:spPr>
          <a:xfrm>
            <a:off x="0" y="41295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设置项目名称与存储位置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F14D57-A603-07B3-2ADF-D102ED518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743" y="410627"/>
            <a:ext cx="8194204" cy="52053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AB26583-9787-729A-CD03-3C779E2070F5}"/>
              </a:ext>
            </a:extLst>
          </p:cNvPr>
          <p:cNvSpPr txBox="1"/>
          <p:nvPr/>
        </p:nvSpPr>
        <p:spPr>
          <a:xfrm>
            <a:off x="4295873" y="5677496"/>
            <a:ext cx="332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一直点击</a:t>
            </a:r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Next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，直到出现第三步的界面</a:t>
            </a:r>
            <a:endParaRPr lang="en-US" altLang="zh-CN" sz="1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207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1D29-F9C1-9177-F43B-75C3CADD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8FACF-9BD3-6E8F-C7E7-59E526287171}"/>
              </a:ext>
            </a:extLst>
          </p:cNvPr>
          <p:cNvSpPr txBox="1"/>
          <p:nvPr/>
        </p:nvSpPr>
        <p:spPr>
          <a:xfrm>
            <a:off x="0" y="4129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选择开发板型号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849219-90E1-DC5A-4972-9B16E731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441" y="505017"/>
            <a:ext cx="9039384" cy="573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7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9A19-CF86-5DEC-6FD1-4F1101A2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CCF1C0-EA36-583B-9494-B80C1F329E91}"/>
              </a:ext>
            </a:extLst>
          </p:cNvPr>
          <p:cNvSpPr txBox="1"/>
          <p:nvPr/>
        </p:nvSpPr>
        <p:spPr>
          <a:xfrm>
            <a:off x="0" y="4129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项目创建成功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D27337-A681-7B73-EDFC-E4702C56B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88" y="410627"/>
            <a:ext cx="9971048" cy="586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33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AE81-A0C2-98DF-57EA-1300B143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BF9714-D916-4913-BF6B-0BEC9B7432EA}"/>
              </a:ext>
            </a:extLst>
          </p:cNvPr>
          <p:cNvSpPr txBox="1"/>
          <p:nvPr/>
        </p:nvSpPr>
        <p:spPr>
          <a:xfrm>
            <a:off x="0" y="41295"/>
            <a:ext cx="206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创建设计文件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6725F3-6F3E-4AA3-1346-A0A70EC78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549" y="481134"/>
            <a:ext cx="9044990" cy="53326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19CBAD4-C5EE-81C4-1333-6F3B01D73C8B}"/>
              </a:ext>
            </a:extLst>
          </p:cNvPr>
          <p:cNvSpPr txBox="1"/>
          <p:nvPr/>
        </p:nvSpPr>
        <p:spPr>
          <a:xfrm>
            <a:off x="3337066" y="5884320"/>
            <a:ext cx="5750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点击</a:t>
            </a:r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Add Sources,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接着点击</a:t>
            </a:r>
            <a:r>
              <a:rPr lang="en-US" altLang="zh-CN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create file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即可创建一个全新的设计文件</a:t>
            </a:r>
            <a:endParaRPr lang="en-US" altLang="zh-CN" sz="1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638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2400A-0D81-20EC-574C-01EACF976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AE668E-BD94-7B79-8A90-95060C049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58" y="607633"/>
            <a:ext cx="10004930" cy="54999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97E151D-9F38-0589-105C-DFEF8B46F2EB}"/>
              </a:ext>
            </a:extLst>
          </p:cNvPr>
          <p:cNvSpPr txBox="1"/>
          <p:nvPr/>
        </p:nvSpPr>
        <p:spPr>
          <a:xfrm>
            <a:off x="0" y="41295"/>
            <a:ext cx="206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创建设计文件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40618A6-3B4C-4533-1695-399107DD275B}"/>
              </a:ext>
            </a:extLst>
          </p:cNvPr>
          <p:cNvSpPr/>
          <p:nvPr/>
        </p:nvSpPr>
        <p:spPr>
          <a:xfrm rot="18615557">
            <a:off x="3467875" y="4900859"/>
            <a:ext cx="2726713" cy="2595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F756F8-0949-424F-CD0B-07C2923F278F}"/>
              </a:ext>
            </a:extLst>
          </p:cNvPr>
          <p:cNvSpPr txBox="1"/>
          <p:nvPr/>
        </p:nvSpPr>
        <p:spPr>
          <a:xfrm>
            <a:off x="2749099" y="6107602"/>
            <a:ext cx="851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在添加文件时，点击</a:t>
            </a:r>
            <a:r>
              <a:rPr lang="en-US" altLang="zh-CN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Add files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按钮就可以将其他位置的设计文件包含进项目中；</a:t>
            </a:r>
            <a:endParaRPr lang="en-US" altLang="zh-CN" sz="1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这里并不能将对应位置的设计文件真正复制进项目文件夹中，也就是说一旦其他项目中也包含了这个设计文件，那么如果在本项目中修改了这个文件，在其他项目中这个文件也会被修改。</a:t>
            </a:r>
          </a:p>
        </p:txBody>
      </p:sp>
    </p:spTree>
    <p:extLst>
      <p:ext uri="{BB962C8B-B14F-4D97-AF65-F5344CB8AC3E}">
        <p14:creationId xmlns:p14="http://schemas.microsoft.com/office/powerpoint/2010/main" val="362721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6E693-D651-0727-B51B-0B7C9A8E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588171-5A26-5C47-9932-43F1F0D6C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62" y="743318"/>
            <a:ext cx="10270827" cy="563485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ECC44AC-8B61-0493-8A20-B5BD1DC13CA2}"/>
              </a:ext>
            </a:extLst>
          </p:cNvPr>
          <p:cNvSpPr txBox="1"/>
          <p:nvPr/>
        </p:nvSpPr>
        <p:spPr>
          <a:xfrm>
            <a:off x="0" y="41295"/>
            <a:ext cx="4782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双击设计文件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mux.sv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，就可以开始编辑了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244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548F62-B3E5-FB8B-2F9A-2B783B1B1CF3}"/>
              </a:ext>
            </a:extLst>
          </p:cNvPr>
          <p:cNvSpPr txBox="1"/>
          <p:nvPr/>
        </p:nvSpPr>
        <p:spPr>
          <a:xfrm>
            <a:off x="0" y="41295"/>
            <a:ext cx="1226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编写完成后，下面需要进入纠错、综合、实现环节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注意：在此之前，需要将你的顶层模块或者需要进一步操作的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模块设置为顶层模块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[set as top])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CAF491-F6D8-721B-875A-5E21F001C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502" y="687626"/>
            <a:ext cx="9354867" cy="544847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E8E587D-7EF6-C628-3D4D-41959E5A1E95}"/>
              </a:ext>
            </a:extLst>
          </p:cNvPr>
          <p:cNvSpPr txBox="1"/>
          <p:nvPr/>
        </p:nvSpPr>
        <p:spPr>
          <a:xfrm>
            <a:off x="1407695" y="6259641"/>
            <a:ext cx="10365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由于不同文件的模块存在互相例化的情况，因此</a:t>
            </a:r>
            <a:r>
              <a:rPr lang="en-US" altLang="zh-CN" sz="1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ViVado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规定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只对手动规定的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文件进行操作，这样可以保证我们能够一直对我们想要的模块进行分析。</a:t>
            </a:r>
            <a:r>
              <a:rPr lang="zh-CN" altLang="en-US" sz="1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所以，不管你要对哪个模块进行分析</a:t>
            </a:r>
            <a:r>
              <a:rPr lang="en-US" altLang="zh-CN" sz="1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画电路图、运行检查器、仿真、综合、实现</a:t>
            </a:r>
            <a:r>
              <a:rPr lang="en-US" altLang="zh-CN" sz="1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，都要记得把它设置为顶层模块。</a:t>
            </a:r>
          </a:p>
        </p:txBody>
      </p:sp>
    </p:spTree>
    <p:extLst>
      <p:ext uri="{BB962C8B-B14F-4D97-AF65-F5344CB8AC3E}">
        <p14:creationId xmlns:p14="http://schemas.microsoft.com/office/powerpoint/2010/main" val="198051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1EA6C-0C9B-EF9D-B984-E5AB0661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2017D1-8B12-B67D-D25C-D4C3020DD9BC}"/>
              </a:ext>
            </a:extLst>
          </p:cNvPr>
          <p:cNvSpPr txBox="1"/>
          <p:nvPr/>
        </p:nvSpPr>
        <p:spPr>
          <a:xfrm>
            <a:off x="0" y="41295"/>
            <a:ext cx="2674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电路检查与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RTL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DE6480-1CF6-99D7-9959-7FCBDC47A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430" y="519056"/>
            <a:ext cx="9268325" cy="51998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DE90EE7-6ECA-C912-1BCA-F6C008D38787}"/>
              </a:ext>
            </a:extLst>
          </p:cNvPr>
          <p:cNvSpPr txBox="1"/>
          <p:nvPr/>
        </p:nvSpPr>
        <p:spPr>
          <a:xfrm>
            <a:off x="2354348" y="5688820"/>
            <a:ext cx="834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点击左侧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Run Linter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按钮，即可进行一个较高级别的代码检查。检查完成后，下方的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Linter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栏目中会给出一些可能的警告</a:t>
            </a:r>
          </a:p>
        </p:txBody>
      </p:sp>
    </p:spTree>
    <p:extLst>
      <p:ext uri="{BB962C8B-B14F-4D97-AF65-F5344CB8AC3E}">
        <p14:creationId xmlns:p14="http://schemas.microsoft.com/office/powerpoint/2010/main" val="392598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6879-2F09-BD26-8175-B42EEFDB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8F5096-B6E7-8C1B-C92F-9F770FA2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249" y="478026"/>
            <a:ext cx="8219048" cy="532380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8E91190-445C-6A7E-06ED-4FA241CBFF8B}"/>
              </a:ext>
            </a:extLst>
          </p:cNvPr>
          <p:cNvSpPr txBox="1"/>
          <p:nvPr/>
        </p:nvSpPr>
        <p:spPr>
          <a:xfrm>
            <a:off x="0" y="41295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备注：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737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FB5D0-A95B-495A-7A31-65E677A6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CD6844-7A78-BFDF-93BB-CAD03B4C56CF}"/>
              </a:ext>
            </a:extLst>
          </p:cNvPr>
          <p:cNvSpPr txBox="1"/>
          <p:nvPr/>
        </p:nvSpPr>
        <p:spPr>
          <a:xfrm>
            <a:off x="0" y="41295"/>
            <a:ext cx="6237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9.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点击左侧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”Open Elaborate Design”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按钮，画出设计电路图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764422-4CB7-6E16-5036-B143B679A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62" y="498469"/>
            <a:ext cx="8766286" cy="51523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A294D25-FBC0-02E4-736C-050F71B11CDB}"/>
              </a:ext>
            </a:extLst>
          </p:cNvPr>
          <p:cNvSpPr txBox="1"/>
          <p:nvPr/>
        </p:nvSpPr>
        <p:spPr>
          <a:xfrm>
            <a:off x="1245269" y="5927121"/>
            <a:ext cx="10545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这一步并不是完全为了画出电路图，更重要的意义是在于下方的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Message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栏目，解决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Elaborate Design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文件夹下所有带具体文件行数的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Warnings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Critical Warnings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。这些具体的警告是千万不可以被忽视的，因为这些具体的警告它们是影响硬件设计的重要问题。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不过对于一些很冗长并且没有标出具体行数的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Warnings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，可以选择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忽视。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每次修改完设计文件后，请一定要先关闭</a:t>
            </a:r>
            <a:r>
              <a:rPr lang="en-US" altLang="zh-CN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Elaborate Design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后重新做</a:t>
            </a:r>
            <a:r>
              <a:rPr lang="en-US" altLang="zh-CN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RTL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分析，才可以得到新的</a:t>
            </a:r>
            <a:r>
              <a:rPr lang="en-US" altLang="zh-CN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Warnings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Warnings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常见解释如链接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B6ACB0-9253-9795-C6A2-0DD78D97AFC8}"/>
              </a:ext>
            </a:extLst>
          </p:cNvPr>
          <p:cNvSpPr txBox="1"/>
          <p:nvPr/>
        </p:nvSpPr>
        <p:spPr>
          <a:xfrm>
            <a:off x="2063416" y="6481119"/>
            <a:ext cx="61150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hlinkClick r:id="rId3"/>
              </a:rPr>
              <a:t>Verilog</a:t>
            </a:r>
            <a:r>
              <a:rPr lang="zh-CN" altLang="en-US" sz="1200" dirty="0">
                <a:hlinkClick r:id="rId3"/>
              </a:rPr>
              <a:t>常见问题分析 </a:t>
            </a:r>
            <a:r>
              <a:rPr lang="en-US" altLang="zh-CN" sz="1200" dirty="0">
                <a:hlinkClick r:id="rId3"/>
              </a:rPr>
              <a:t>- Digital Lab Pro 2025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73838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C952-DB45-3CD7-729C-7C6B0FC7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A44B9D-0F6A-FE31-7A86-5674874864BF}"/>
              </a:ext>
            </a:extLst>
          </p:cNvPr>
          <p:cNvSpPr txBox="1"/>
          <p:nvPr/>
        </p:nvSpPr>
        <p:spPr>
          <a:xfrm>
            <a:off x="0" y="47194"/>
            <a:ext cx="10482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对设计进行仿真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在工程正式上板前，应当正确使用仿真来避免烧板的大错误，防止损坏开发板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65FFDD-4314-B98D-46D0-B0D67BF90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961" y="548640"/>
            <a:ext cx="8786078" cy="52120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CBDE0E8-2DA6-34A1-81CF-FF0FBB0EE0B3}"/>
              </a:ext>
            </a:extLst>
          </p:cNvPr>
          <p:cNvSpPr txBox="1"/>
          <p:nvPr/>
        </p:nvSpPr>
        <p:spPr>
          <a:xfrm>
            <a:off x="2737805" y="5836304"/>
            <a:ext cx="7340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首先，我们应当创建仿真文件。一般习惯上，我们在需要测试的模块后加上</a:t>
            </a:r>
            <a:r>
              <a:rPr lang="en-US" altLang="zh-CN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_tb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来表示</a:t>
            </a:r>
            <a:r>
              <a:rPr lang="en-US" altLang="zh-CN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testbench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仿真文件</a:t>
            </a:r>
          </a:p>
        </p:txBody>
      </p:sp>
    </p:spTree>
    <p:extLst>
      <p:ext uri="{BB962C8B-B14F-4D97-AF65-F5344CB8AC3E}">
        <p14:creationId xmlns:p14="http://schemas.microsoft.com/office/powerpoint/2010/main" val="53775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4809-C94F-DA8B-9A3A-C384C934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B0EA8F-9C6E-86A6-4562-76CE03965784}"/>
              </a:ext>
            </a:extLst>
          </p:cNvPr>
          <p:cNvSpPr txBox="1"/>
          <p:nvPr/>
        </p:nvSpPr>
        <p:spPr>
          <a:xfrm>
            <a:off x="0" y="47194"/>
            <a:ext cx="10482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对设计进行仿真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在工程正式上板前，应当正确使用仿真来避免烧板的大错误，防止损坏开发板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1EBEB0-EC69-456B-E478-9B5764262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17" y="416526"/>
            <a:ext cx="9219761" cy="542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23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1AE02-0117-123F-0CBE-C7A74763B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728A37-04A6-91C6-4C46-55C5924FADAE}"/>
              </a:ext>
            </a:extLst>
          </p:cNvPr>
          <p:cNvSpPr txBox="1"/>
          <p:nvPr/>
        </p:nvSpPr>
        <p:spPr>
          <a:xfrm>
            <a:off x="0" y="47194"/>
            <a:ext cx="10482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对设计进行仿真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在工程正式上板前，应当正确使用仿真来避免烧板的大错误，防止损坏开发板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5DA0B5-CA47-D125-AD4A-176F26383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954" y="681375"/>
            <a:ext cx="9406183" cy="549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43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79F432-7DAB-3B75-4222-CD877EFE7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027" y="694157"/>
            <a:ext cx="9293914" cy="52494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46E4605-17A1-5D67-B778-417E931B4760}"/>
              </a:ext>
            </a:extLst>
          </p:cNvPr>
          <p:cNvSpPr txBox="1"/>
          <p:nvPr/>
        </p:nvSpPr>
        <p:spPr>
          <a:xfrm>
            <a:off x="0" y="47194"/>
            <a:ext cx="10482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对设计进行仿真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在工程正式上板前，应当正确使用仿真来避免烧板的大错误，防止损坏开发板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704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5F46446-E459-16B0-61CB-9214527D5B5B}"/>
              </a:ext>
            </a:extLst>
          </p:cNvPr>
          <p:cNvSpPr txBox="1"/>
          <p:nvPr/>
        </p:nvSpPr>
        <p:spPr>
          <a:xfrm>
            <a:off x="0" y="47194"/>
            <a:ext cx="1718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综合电路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01B498-1430-2EB6-0DBA-DB2F8DFFA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13" y="416526"/>
            <a:ext cx="7952573" cy="47235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738B570-D0DF-4A0C-06C4-D1905595EC62}"/>
              </a:ext>
            </a:extLst>
          </p:cNvPr>
          <p:cNvSpPr txBox="1"/>
          <p:nvPr/>
        </p:nvSpPr>
        <p:spPr>
          <a:xfrm>
            <a:off x="909006" y="5360783"/>
            <a:ext cx="10545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综合电路步骤中，</a:t>
            </a:r>
            <a:r>
              <a:rPr lang="en-US" altLang="zh-CN" sz="1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Vivado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会把描述的电路正式编译出来。例如逻辑环路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自己的输出直接接到自己的输入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、多驱动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一个变量由多个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块或者多个输入修改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等。综合电路也可以查看电路图，但这时的电路图大部分以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查找表</a:t>
            </a:r>
            <a:r>
              <a:rPr lang="en-US" altLang="zh-CN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(LUT)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出现。它的作用是帮助我们找到最长的逻辑通路，在电路图中，所有的组合逻辑都是使用查找表来实现的，一条通路上的查找表越多，其组合逻辑延迟就会越大。因此，我们在设计电路时，应当减小逻辑通路的长度，以减小组合逻辑延迟。同时，综合出的电路也有可能把某一模块的电气元件安置到另一个模块中，以此获得更优的电路性能。</a:t>
            </a:r>
            <a:endParaRPr lang="en-US" altLang="zh-CN" sz="1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在综合电路时，可以直接在下方的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Design Run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栏目中找到资源使用量。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Synth_1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所在行就是本次综合所用的资源量，我们只需要关注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LUT(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查找表，代表组合电路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FF(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触发器，代表时许电路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BRAM(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块式存储器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三个指标即可。</a:t>
            </a:r>
          </a:p>
        </p:txBody>
      </p:sp>
    </p:spTree>
    <p:extLst>
      <p:ext uri="{BB962C8B-B14F-4D97-AF65-F5344CB8AC3E}">
        <p14:creationId xmlns:p14="http://schemas.microsoft.com/office/powerpoint/2010/main" val="3448284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2B7E8D-7FF3-A43D-E85D-16B9AE5BCEB8}"/>
              </a:ext>
            </a:extLst>
          </p:cNvPr>
          <p:cNvSpPr txBox="1"/>
          <p:nvPr/>
        </p:nvSpPr>
        <p:spPr>
          <a:xfrm>
            <a:off x="0" y="47194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实现电路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85D25F-D01F-62B4-6B60-250B0C4A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044" y="416526"/>
            <a:ext cx="7728153" cy="46096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AB41A0-3E52-C205-C634-56EF2AD7BDB7}"/>
              </a:ext>
            </a:extLst>
          </p:cNvPr>
          <p:cNvSpPr txBox="1"/>
          <p:nvPr/>
        </p:nvSpPr>
        <p:spPr>
          <a:xfrm>
            <a:off x="933281" y="5189702"/>
            <a:ext cx="105456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实现电路中需要一个全新的文件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限制文件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，不同的开发板所需要的限制文件不同，在使用文件时，需要将连接的接口注释符号去掉，改好对应接口的名字即可。</a:t>
            </a:r>
            <a:r>
              <a:rPr lang="en-US" altLang="zh-CN" sz="1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ViVado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中添加文件并选择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Add or create constraints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选项即可。在实现电路时，更多更难以解决的问题将出现，比如时序不满足等。但同时我们也可以看到更多有关资源使用、功耗、时序的信息。而在这个阶段，电路图也会发生进一步变化。</a:t>
            </a:r>
            <a:endParaRPr lang="en-US" altLang="zh-CN" sz="1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这个电路就是最终实现在物理开发板上的资源排布情况。由于综合是和具体开发板型号无关的，而实现是落实到具体开发板上的，因此实现的电路和综合的电路会有一定的区别，资源使用量也会出现不同。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2BF1CA-655C-4D73-5921-B141176EAC81}"/>
              </a:ext>
            </a:extLst>
          </p:cNvPr>
          <p:cNvSpPr/>
          <p:nvPr/>
        </p:nvSpPr>
        <p:spPr>
          <a:xfrm>
            <a:off x="3781486" y="4212139"/>
            <a:ext cx="6223818" cy="117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657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C94B-2C87-1BE2-ED25-CCD43E0A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BCB3DD7-66FE-2381-D390-E5FB5EBACE1E}"/>
              </a:ext>
            </a:extLst>
          </p:cNvPr>
          <p:cNvSpPr txBox="1"/>
          <p:nvPr/>
        </p:nvSpPr>
        <p:spPr>
          <a:xfrm>
            <a:off x="0" y="47194"/>
            <a:ext cx="278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13.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生成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.bit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文件并烧板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B84069-FDDA-D3F5-24B1-89B2B1E19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433" y="505561"/>
            <a:ext cx="7798054" cy="464162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1B969EA-BF45-40F1-E62B-5ABA7F28CF72}"/>
              </a:ext>
            </a:extLst>
          </p:cNvPr>
          <p:cNvSpPr txBox="1"/>
          <p:nvPr/>
        </p:nvSpPr>
        <p:spPr>
          <a:xfrm>
            <a:off x="937997" y="5236222"/>
            <a:ext cx="11078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点击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Generate Bitstream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即可生成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bit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文件，</a:t>
            </a:r>
            <a:r>
              <a:rPr lang="zh-CN" altLang="en-US" sz="1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建议每次生成后将其拷贝出来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，防止下次综合时清掉原先的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bit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文件。点击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Open </a:t>
            </a:r>
            <a:r>
              <a:rPr lang="en-US" altLang="zh-CN" sz="1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HardWare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Manager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，将开发板连接上电脑，点击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auto connect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，待开发板连接到电脑后，点击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Program device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即可烧板。</a:t>
            </a:r>
            <a:endParaRPr lang="en-US" altLang="zh-CN" sz="1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48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1087</Words>
  <Application>Microsoft Office PowerPoint</Application>
  <PresentationFormat>宽屏</PresentationFormat>
  <Paragraphs>34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楷体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Jackie</dc:creator>
  <cp:lastModifiedBy>Jackie</cp:lastModifiedBy>
  <cp:revision>118</cp:revision>
  <dcterms:created xsi:type="dcterms:W3CDTF">2025-12-10T01:07:59Z</dcterms:created>
  <dcterms:modified xsi:type="dcterms:W3CDTF">2025-12-10T06:35:17Z</dcterms:modified>
</cp:coreProperties>
</file>